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r:id="rId8" id="256"/>
    <p:sldId r:id="rId9" id="257"/>
    <p:sldId r:id="rId10" id="258"/>
    <p:sldId r:id="rId11" id="259"/>
    <p:sldId r:id="rId12" id="260"/>
    <p:sldId r:id="rId13" id="261"/>
    <p:sldId r:id="rId14" id="262"/>
    <p:sldId r:id="rId15" id="263"/>
    <p:sldId r:id="rId16" id="264"/>
    <p:sldId r:id="rId17" id="265"/>
    <p:sldId r:id="rId18" id="266"/>
    <p:sldId r:id="rId19" id="267"/>
    <p:sldId r:id="rId20" id="268"/>
    <p:sldId r:id="rId21" id="269"/>
    <p:sldId r:id="rId22" id="270"/>
    <p:sldId r:id="rId23" id="271"/>
    <p:sldId r:id="rId24" id="272"/>
    <p:sldId r:id="rId25" id="273"/>
    <p:sldId r:id="rId26" id="274"/>
    <p:sldId r:id="rId27" id="275"/>
    <p:sldId r:id="rId28" id="276"/>
    <p:sldId r:id="rId29" id="277"/>
    <p:sldId r:id="rId30" id="278"/>
    <p:sldId r:id="rId31" id="279"/>
    <p:sldId r:id="rId32" id="280"/>
    <p:sldId r:id="rId33" id="281"/>
    <p:sldId r:id="rId34" id="282"/>
    <p:sldId r:id="rId35" id="283"/>
    <p:sldId r:id="rId36" id="284"/>
    <p:sldId r:id="rId37" id="285"/>
    <p:sldId r:id="rId38" id="286"/>
    <p:sldId r:id="rId39" id="287"/>
    <p:sldId r:id="rId40" id="288"/>
    <p:sldId r:id="rId41" id="289"/>
    <p:sldId r:id="rId42" id="290"/>
    <p:sldId r:id="rId43" id="291"/>
    <p:sldId r:id="rId44" id="292"/>
    <p:sldId r:id="rId45" id="293"/>
    <p:sldId r:id="rId46" id="294"/>
    <p:sldId r:id="rId47" id="295"/>
    <p:sldId r:id="rId48" id="296"/>
    <p:sldId r:id="rId49" id="297"/>
    <p:sldId r:id="rId50" id="298"/>
    <p:sldId r:id="rId51" id="299"/>
    <p:sldId r:id="rId52" id="300"/>
    <p:sldId r:id="rId53" id="301"/>
    <p:sldId r:id="rId54" id="302"/>
    <p:sldId r:id="rId55" id="303"/>
    <p:sldId r:id="rId56" id="304"/>
    <p:sldId r:id="rId57" id="305"/>
    <p:sldId r:id="rId58" id="306"/>
    <p:sldId r:id="rId59" id="307"/>
    <p:sldId r:id="rId60" id="308"/>
    <p:sldId r:id="rId61" id="309"/>
    <p:sldId r:id="rId62" id="310"/>
    <p:sldId r:id="rId63" id="311"/>
    <p:sldId r:id="rId64" id="312"/>
    <p:sldId r:id="rId65" id="313"/>
    <p:sldId r:id="rId66" id="314"/>
    <p:sldId r:id="rId67" id="315"/>
    <p:sldId r:id="rId68" id="316"/>
    <p:sldId r:id="rId69" id="317"/>
    <p:sldId r:id="rId70" id="318"/>
    <p:sldId r:id="rId71" id="319"/>
    <p:sldId r:id="rId72" id="320"/>
    <p:sldId r:id="rId73" id="321"/>
    <p:sldId r:id="rId74" id="322"/>
    <p:sldId r:id="rId75" id="323"/>
    <p:sldId r:id="rId76" id="324"/>
    <p:sldId r:id="rId77" id="325"/>
    <p:sldId r:id="rId78" id="326"/>
    <p:sldId r:id="rId79" id="327"/>
    <p:sldId r:id="rId80" id="328"/>
    <p:sldId r:id="rId81" id="329"/>
    <p:sldId r:id="rId82" id="330"/>
    <p:sldId r:id="rId83" id="331"/>
    <p:sldId r:id="rId84" id="332"/>
    <p:sldId r:id="rId85" id="333"/>
    <p:sldId r:id="rId86" id="334"/>
    <p:sldId r:id="rId87" id="335"/>
    <p:sldId r:id="rId88" id="336"/>
    <p:sldId r:id="rId89" id="337"/>
    <p:sldId r:id="rId90" id="338"/>
    <p:sldId r:id="rId91" id="339"/>
    <p:sldId r:id="rId92" id="340"/>
    <p:sldId r:id="rId93" id="341"/>
    <p:sldId r:id="rId94" id="342"/>
    <p:sldId r:id="rId95" id="343"/>
    <p:sldId r:id="rId96" id="344"/>
    <p:sldId r:id="rId97" id="345"/>
    <p:sldId r:id="rId98" id="346"/>
    <p:sldId r:id="rId99" id="347"/>
    <p:sldId r:id="rId100" id="348"/>
    <p:sldId r:id="rId101" id="349"/>
    <p:sldId r:id="rId102" id="350"/>
    <p:sldId r:id="rId103" id="351"/>
    <p:sldId r:id="rId104" id="352"/>
    <p:sldId r:id="rId105" id="353"/>
    <p:sldId r:id="rId106" id="354"/>
    <p:sldId r:id="rId107" id="355"/>
    <p:sldId r:id="rId108" id="356"/>
    <p:sldId r:id="rId109" id="357"/>
    <p:sldId r:id="rId110" id="358"/>
    <p:sldId r:id="rId111" id="359"/>
    <p:sldId r:id="rId112" id="360"/>
    <p:sldId r:id="rId113" id="361"/>
    <p:sldId r:id="rId114" id="362"/>
    <p:sldId r:id="rId115" id="363"/>
    <p:sldId r:id="rId116" id="364"/>
    <p:sldId r:id="rId117" id="365"/>
    <p:sldId r:id="rId118" id="366"/>
    <p:sldId r:id="rId119" id="367"/>
    <p:sldId r:id="rId120" id="368"/>
    <p:sldId r:id="rId121" id="369"/>
    <p:sldId r:id="rId122" id="370"/>
    <p:sldId r:id="rId123" id="371"/>
    <p:sldId r:id="rId124" id="372"/>
    <p:sldId r:id="rId125" id="373"/>
    <p:sldId r:id="rId126" id="374"/>
    <p:sldId r:id="rId127" id="375"/>
    <p:sldId r:id="rId128" id="376"/>
    <p:sldId r:id="rId129" id="377"/>
    <p:sldId r:id="rId130" id="378"/>
    <p:sldId r:id="rId131" id="379"/>
    <p:sldId r:id="rId132" id="380"/>
    <p:sldId r:id="rId133" id="381"/>
    <p:sldId r:id="rId134" id="382"/>
    <p:sldId r:id="rId135" id="383"/>
    <p:sldId r:id="rId136" id="384"/>
    <p:sldId r:id="rId137" id="385"/>
    <p:sldId r:id="rId138" id="3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8" Type="http://schemas.openxmlformats.org/officeDocument/2006/relationships/slide" Target="slides/slide1.xml" /><ns0:Relationship Id="rId9" Type="http://schemas.openxmlformats.org/officeDocument/2006/relationships/slide" Target="slides/slide2.xml" /><ns0:Relationship Id="rId10" Type="http://schemas.openxmlformats.org/officeDocument/2006/relationships/slide" Target="slides/slide3.xml" /><ns0:Relationship Id="rId11" Type="http://schemas.openxmlformats.org/officeDocument/2006/relationships/slide" Target="slides/slide4.xml" /><ns0:Relationship Id="rId12" Type="http://schemas.openxmlformats.org/officeDocument/2006/relationships/slide" Target="slides/slide5.xml" /><ns0:Relationship Id="rId13" Type="http://schemas.openxmlformats.org/officeDocument/2006/relationships/slide" Target="slides/slide6.xml" /><ns0:Relationship Id="rId14" Type="http://schemas.openxmlformats.org/officeDocument/2006/relationships/slide" Target="slides/slide7.xml" /><ns0:Relationship Id="rId15" Type="http://schemas.openxmlformats.org/officeDocument/2006/relationships/slide" Target="slides/slide8.xml" /><ns0:Relationship Id="rId16" Type="http://schemas.openxmlformats.org/officeDocument/2006/relationships/slide" Target="slides/slide9.xml" /><ns0:Relationship Id="rId17" Type="http://schemas.openxmlformats.org/officeDocument/2006/relationships/slide" Target="slides/slide10.xml" /><ns0:Relationship Id="rId18" Type="http://schemas.openxmlformats.org/officeDocument/2006/relationships/slide" Target="slides/slide11.xml" /><ns0:Relationship Id="rId19" Type="http://schemas.openxmlformats.org/officeDocument/2006/relationships/slide" Target="slides/slide12.xml" /><ns0:Relationship Id="rId20" Type="http://schemas.openxmlformats.org/officeDocument/2006/relationships/slide" Target="slides/slide13.xml" /><ns0:Relationship Id="rId21" Type="http://schemas.openxmlformats.org/officeDocument/2006/relationships/slide" Target="slides/slide14.xml" /><ns0:Relationship Id="rId22" Type="http://schemas.openxmlformats.org/officeDocument/2006/relationships/slide" Target="slides/slide15.xml" /><ns0:Relationship Id="rId23" Type="http://schemas.openxmlformats.org/officeDocument/2006/relationships/slide" Target="slides/slide16.xml" /><ns0:Relationship Id="rId24" Type="http://schemas.openxmlformats.org/officeDocument/2006/relationships/slide" Target="slides/slide17.xml" /><ns0:Relationship Id="rId25" Type="http://schemas.openxmlformats.org/officeDocument/2006/relationships/slide" Target="slides/slide18.xml" /><ns0:Relationship Id="rId26" Type="http://schemas.openxmlformats.org/officeDocument/2006/relationships/slide" Target="slides/slide19.xml" /><ns0:Relationship Id="rId27" Type="http://schemas.openxmlformats.org/officeDocument/2006/relationships/slide" Target="slides/slide20.xml" /><ns0:Relationship Id="rId28" Type="http://schemas.openxmlformats.org/officeDocument/2006/relationships/slide" Target="slides/slide21.xml" /><ns0:Relationship Id="rId29" Type="http://schemas.openxmlformats.org/officeDocument/2006/relationships/slide" Target="slides/slide22.xml" /><ns0:Relationship Id="rId30" Type="http://schemas.openxmlformats.org/officeDocument/2006/relationships/slide" Target="slides/slide23.xml" /><ns0:Relationship Id="rId31" Type="http://schemas.openxmlformats.org/officeDocument/2006/relationships/slide" Target="slides/slide24.xml" /><ns0:Relationship Id="rId32" Type="http://schemas.openxmlformats.org/officeDocument/2006/relationships/slide" Target="slides/slide25.xml" /><ns0:Relationship Id="rId33" Type="http://schemas.openxmlformats.org/officeDocument/2006/relationships/slide" Target="slides/slide26.xml" /><ns0:Relationship Id="rId34" Type="http://schemas.openxmlformats.org/officeDocument/2006/relationships/slide" Target="slides/slide27.xml" /><ns0:Relationship Id="rId35" Type="http://schemas.openxmlformats.org/officeDocument/2006/relationships/slide" Target="slides/slide28.xml" /><ns0:Relationship Id="rId36" Type="http://schemas.openxmlformats.org/officeDocument/2006/relationships/slide" Target="slides/slide29.xml" /><ns0:Relationship Id="rId37" Type="http://schemas.openxmlformats.org/officeDocument/2006/relationships/slide" Target="slides/slide30.xml" /><ns0:Relationship Id="rId38" Type="http://schemas.openxmlformats.org/officeDocument/2006/relationships/slide" Target="slides/slide31.xml" /><ns0:Relationship Id="rId39" Type="http://schemas.openxmlformats.org/officeDocument/2006/relationships/slide" Target="slides/slide32.xml" /><ns0:Relationship Id="rId40" Type="http://schemas.openxmlformats.org/officeDocument/2006/relationships/slide" Target="slides/slide33.xml" /><ns0:Relationship Id="rId41" Type="http://schemas.openxmlformats.org/officeDocument/2006/relationships/slide" Target="slides/slide34.xml" /><ns0:Relationship Id="rId42" Type="http://schemas.openxmlformats.org/officeDocument/2006/relationships/slide" Target="slides/slide35.xml" /><ns0:Relationship Id="rId43" Type="http://schemas.openxmlformats.org/officeDocument/2006/relationships/slide" Target="slides/slide36.xml" /><ns0:Relationship Id="rId44" Type="http://schemas.openxmlformats.org/officeDocument/2006/relationships/slide" Target="slides/slide37.xml" /><ns0:Relationship Id="rId45" Type="http://schemas.openxmlformats.org/officeDocument/2006/relationships/slide" Target="slides/slide38.xml" /><ns0:Relationship Id="rId46" Type="http://schemas.openxmlformats.org/officeDocument/2006/relationships/slide" Target="slides/slide39.xml" /><ns0:Relationship Id="rId47" Type="http://schemas.openxmlformats.org/officeDocument/2006/relationships/slide" Target="slides/slide40.xml" /><ns0:Relationship Id="rId48" Type="http://schemas.openxmlformats.org/officeDocument/2006/relationships/slide" Target="slides/slide41.xml" /><ns0:Relationship Id="rId49" Type="http://schemas.openxmlformats.org/officeDocument/2006/relationships/slide" Target="slides/slide42.xml" /><ns0:Relationship Id="rId50" Type="http://schemas.openxmlformats.org/officeDocument/2006/relationships/slide" Target="slides/slide43.xml" /><ns0:Relationship Id="rId51" Type="http://schemas.openxmlformats.org/officeDocument/2006/relationships/slide" Target="slides/slide44.xml" /><ns0:Relationship Id="rId52" Type="http://schemas.openxmlformats.org/officeDocument/2006/relationships/slide" Target="slides/slide45.xml" /><ns0:Relationship Id="rId53" Type="http://schemas.openxmlformats.org/officeDocument/2006/relationships/slide" Target="slides/slide46.xml" /><ns0:Relationship Id="rId54" Type="http://schemas.openxmlformats.org/officeDocument/2006/relationships/slide" Target="slides/slide47.xml" /><ns0:Relationship Id="rId55" Type="http://schemas.openxmlformats.org/officeDocument/2006/relationships/slide" Target="slides/slide48.xml" /><ns0:Relationship Id="rId56" Type="http://schemas.openxmlformats.org/officeDocument/2006/relationships/slide" Target="slides/slide49.xml" /><ns0:Relationship Id="rId57" Type="http://schemas.openxmlformats.org/officeDocument/2006/relationships/slide" Target="slides/slide50.xml" /><ns0:Relationship Id="rId58" Type="http://schemas.openxmlformats.org/officeDocument/2006/relationships/slide" Target="slides/slide51.xml" /><ns0:Relationship Id="rId59" Type="http://schemas.openxmlformats.org/officeDocument/2006/relationships/slide" Target="slides/slide52.xml" /><ns0:Relationship Id="rId60" Type="http://schemas.openxmlformats.org/officeDocument/2006/relationships/slide" Target="slides/slide53.xml" /><ns0:Relationship Id="rId61" Type="http://schemas.openxmlformats.org/officeDocument/2006/relationships/slide" Target="slides/slide54.xml" /><ns0:Relationship Id="rId62" Type="http://schemas.openxmlformats.org/officeDocument/2006/relationships/slide" Target="slides/slide55.xml" /><ns0:Relationship Id="rId63" Type="http://schemas.openxmlformats.org/officeDocument/2006/relationships/slide" Target="slides/slide56.xml" /><ns0:Relationship Id="rId64" Type="http://schemas.openxmlformats.org/officeDocument/2006/relationships/slide" Target="slides/slide57.xml" /><ns0:Relationship Id="rId65" Type="http://schemas.openxmlformats.org/officeDocument/2006/relationships/slide" Target="slides/slide58.xml" /><ns0:Relationship Id="rId66" Type="http://schemas.openxmlformats.org/officeDocument/2006/relationships/slide" Target="slides/slide59.xml" /><ns0:Relationship Id="rId67" Type="http://schemas.openxmlformats.org/officeDocument/2006/relationships/slide" Target="slides/slide60.xml" /><ns0:Relationship Id="rId68" Type="http://schemas.openxmlformats.org/officeDocument/2006/relationships/slide" Target="slides/slide61.xml" /><ns0:Relationship Id="rId69" Type="http://schemas.openxmlformats.org/officeDocument/2006/relationships/slide" Target="slides/slide62.xml" /><ns0:Relationship Id="rId70" Type="http://schemas.openxmlformats.org/officeDocument/2006/relationships/slide" Target="slides/slide63.xml" /><ns0:Relationship Id="rId71" Type="http://schemas.openxmlformats.org/officeDocument/2006/relationships/slide" Target="slides/slide64.xml" /><ns0:Relationship Id="rId72" Type="http://schemas.openxmlformats.org/officeDocument/2006/relationships/slide" Target="slides/slide65.xml" /><ns0:Relationship Id="rId73" Type="http://schemas.openxmlformats.org/officeDocument/2006/relationships/slide" Target="slides/slide66.xml" /><ns0:Relationship Id="rId74" Type="http://schemas.openxmlformats.org/officeDocument/2006/relationships/slide" Target="slides/slide67.xml" /><ns0:Relationship Id="rId75" Type="http://schemas.openxmlformats.org/officeDocument/2006/relationships/slide" Target="slides/slide68.xml" /><ns0:Relationship Id="rId76" Type="http://schemas.openxmlformats.org/officeDocument/2006/relationships/slide" Target="slides/slide69.xml" /><ns0:Relationship Id="rId77" Type="http://schemas.openxmlformats.org/officeDocument/2006/relationships/slide" Target="slides/slide70.xml" /><ns0:Relationship Id="rId78" Type="http://schemas.openxmlformats.org/officeDocument/2006/relationships/slide" Target="slides/slide71.xml" /><ns0:Relationship Id="rId79" Type="http://schemas.openxmlformats.org/officeDocument/2006/relationships/slide" Target="slides/slide72.xml" /><ns0:Relationship Id="rId80" Type="http://schemas.openxmlformats.org/officeDocument/2006/relationships/slide" Target="slides/slide73.xml" /><ns0:Relationship Id="rId81" Type="http://schemas.openxmlformats.org/officeDocument/2006/relationships/slide" Target="slides/slide74.xml" /><ns0:Relationship Id="rId82" Type="http://schemas.openxmlformats.org/officeDocument/2006/relationships/slide" Target="slides/slide75.xml" /><ns0:Relationship Id="rId83" Type="http://schemas.openxmlformats.org/officeDocument/2006/relationships/slide" Target="slides/slide76.xml" /><ns0:Relationship Id="rId84" Type="http://schemas.openxmlformats.org/officeDocument/2006/relationships/slide" Target="slides/slide77.xml" /><ns0:Relationship Id="rId85" Type="http://schemas.openxmlformats.org/officeDocument/2006/relationships/slide" Target="slides/slide78.xml" /><ns0:Relationship Id="rId86" Type="http://schemas.openxmlformats.org/officeDocument/2006/relationships/slide" Target="slides/slide79.xml" /><ns0:Relationship Id="rId87" Type="http://schemas.openxmlformats.org/officeDocument/2006/relationships/slide" Target="slides/slide80.xml" /><ns0:Relationship Id="rId88" Type="http://schemas.openxmlformats.org/officeDocument/2006/relationships/slide" Target="slides/slide81.xml" /><ns0:Relationship Id="rId89" Type="http://schemas.openxmlformats.org/officeDocument/2006/relationships/slide" Target="slides/slide82.xml" /><ns0:Relationship Id="rId90" Type="http://schemas.openxmlformats.org/officeDocument/2006/relationships/slide" Target="slides/slide83.xml" /><ns0:Relationship Id="rId91" Type="http://schemas.openxmlformats.org/officeDocument/2006/relationships/slide" Target="slides/slide84.xml" /><ns0:Relationship Id="rId92" Type="http://schemas.openxmlformats.org/officeDocument/2006/relationships/slide" Target="slides/slide85.xml" /><ns0:Relationship Id="rId93" Type="http://schemas.openxmlformats.org/officeDocument/2006/relationships/slide" Target="slides/slide86.xml" /><ns0:Relationship Id="rId94" Type="http://schemas.openxmlformats.org/officeDocument/2006/relationships/slide" Target="slides/slide87.xml" /><ns0:Relationship Id="rId95" Type="http://schemas.openxmlformats.org/officeDocument/2006/relationships/slide" Target="slides/slide88.xml" /><ns0:Relationship Id="rId96" Type="http://schemas.openxmlformats.org/officeDocument/2006/relationships/slide" Target="slides/slide89.xml" /><ns0:Relationship Id="rId97" Type="http://schemas.openxmlformats.org/officeDocument/2006/relationships/slide" Target="slides/slide90.xml" /><ns0:Relationship Id="rId98" Type="http://schemas.openxmlformats.org/officeDocument/2006/relationships/slide" Target="slides/slide91.xml" /><ns0:Relationship Id="rId99" Type="http://schemas.openxmlformats.org/officeDocument/2006/relationships/slide" Target="slides/slide92.xml" /><ns0:Relationship Id="rId100" Type="http://schemas.openxmlformats.org/officeDocument/2006/relationships/slide" Target="slides/slide93.xml" /><ns0:Relationship Id="rId101" Type="http://schemas.openxmlformats.org/officeDocument/2006/relationships/slide" Target="slides/slide94.xml" /><ns0:Relationship Id="rId102" Type="http://schemas.openxmlformats.org/officeDocument/2006/relationships/slide" Target="slides/slide95.xml" /><ns0:Relationship Id="rId103" Type="http://schemas.openxmlformats.org/officeDocument/2006/relationships/slide" Target="slides/slide96.xml" /><ns0:Relationship Id="rId104" Type="http://schemas.openxmlformats.org/officeDocument/2006/relationships/slide" Target="slides/slide97.xml" /><ns0:Relationship Id="rId105" Type="http://schemas.openxmlformats.org/officeDocument/2006/relationships/slide" Target="slides/slide98.xml" /><ns0:Relationship Id="rId106" Type="http://schemas.openxmlformats.org/officeDocument/2006/relationships/slide" Target="slides/slide99.xml" /><ns0:Relationship Id="rId107" Type="http://schemas.openxmlformats.org/officeDocument/2006/relationships/slide" Target="slides/slide100.xml" /><ns0:Relationship Id="rId108" Type="http://schemas.openxmlformats.org/officeDocument/2006/relationships/slide" Target="slides/slide101.xml" /><ns0:Relationship Id="rId109" Type="http://schemas.openxmlformats.org/officeDocument/2006/relationships/slide" Target="slides/slide102.xml" /><ns0:Relationship Id="rId110" Type="http://schemas.openxmlformats.org/officeDocument/2006/relationships/slide" Target="slides/slide103.xml" /><ns0:Relationship Id="rId111" Type="http://schemas.openxmlformats.org/officeDocument/2006/relationships/slide" Target="slides/slide104.xml" /><ns0:Relationship Id="rId112" Type="http://schemas.openxmlformats.org/officeDocument/2006/relationships/slide" Target="slides/slide105.xml" /><ns0:Relationship Id="rId113" Type="http://schemas.openxmlformats.org/officeDocument/2006/relationships/slide" Target="slides/slide106.xml" /><ns0:Relationship Id="rId114" Type="http://schemas.openxmlformats.org/officeDocument/2006/relationships/slide" Target="slides/slide107.xml" /><ns0:Relationship Id="rId115" Type="http://schemas.openxmlformats.org/officeDocument/2006/relationships/slide" Target="slides/slide108.xml" /><ns0:Relationship Id="rId116" Type="http://schemas.openxmlformats.org/officeDocument/2006/relationships/slide" Target="slides/slide109.xml" /><ns0:Relationship Id="rId117" Type="http://schemas.openxmlformats.org/officeDocument/2006/relationships/slide" Target="slides/slide110.xml" /><ns0:Relationship Id="rId118" Type="http://schemas.openxmlformats.org/officeDocument/2006/relationships/slide" Target="slides/slide111.xml" /><ns0:Relationship Id="rId119" Type="http://schemas.openxmlformats.org/officeDocument/2006/relationships/slide" Target="slides/slide112.xml" /><ns0:Relationship Id="rId120" Type="http://schemas.openxmlformats.org/officeDocument/2006/relationships/slide" Target="slides/slide113.xml" /><ns0:Relationship Id="rId121" Type="http://schemas.openxmlformats.org/officeDocument/2006/relationships/slide" Target="slides/slide114.xml" /><ns0:Relationship Id="rId122" Type="http://schemas.openxmlformats.org/officeDocument/2006/relationships/slide" Target="slides/slide115.xml" /><ns0:Relationship Id="rId123" Type="http://schemas.openxmlformats.org/officeDocument/2006/relationships/slide" Target="slides/slide116.xml" /><ns0:Relationship Id="rId124" Type="http://schemas.openxmlformats.org/officeDocument/2006/relationships/slide" Target="slides/slide117.xml" /><ns0:Relationship Id="rId125" Type="http://schemas.openxmlformats.org/officeDocument/2006/relationships/slide" Target="slides/slide118.xml" /><ns0:Relationship Id="rId126" Type="http://schemas.openxmlformats.org/officeDocument/2006/relationships/slide" Target="slides/slide119.xml" /><ns0:Relationship Id="rId127" Type="http://schemas.openxmlformats.org/officeDocument/2006/relationships/slide" Target="slides/slide120.xml" /><ns0:Relationship Id="rId128" Type="http://schemas.openxmlformats.org/officeDocument/2006/relationships/slide" Target="slides/slide121.xml" /><ns0:Relationship Id="rId129" Type="http://schemas.openxmlformats.org/officeDocument/2006/relationships/slide" Target="slides/slide122.xml" /><ns0:Relationship Id="rId130" Type="http://schemas.openxmlformats.org/officeDocument/2006/relationships/slide" Target="slides/slide123.xml" /><ns0:Relationship Id="rId131" Type="http://schemas.openxmlformats.org/officeDocument/2006/relationships/slide" Target="slides/slide124.xml" /><ns0:Relationship Id="rId132" Type="http://schemas.openxmlformats.org/officeDocument/2006/relationships/slide" Target="slides/slide125.xml" /><ns0:Relationship Id="rId133" Type="http://schemas.openxmlformats.org/officeDocument/2006/relationships/slide" Target="slides/slide126.xml" /><ns0:Relationship Id="rId134" Type="http://schemas.openxmlformats.org/officeDocument/2006/relationships/slide" Target="slides/slide127.xml" /><ns0:Relationship Id="rId135" Type="http://schemas.openxmlformats.org/officeDocument/2006/relationships/slide" Target="slides/slide128.xml" /><ns0:Relationship Id="rId136" Type="http://schemas.openxmlformats.org/officeDocument/2006/relationships/slide" Target="slides/slide129.xml" /><ns0:Relationship Id="rId137" Type="http://schemas.openxmlformats.org/officeDocument/2006/relationships/slide" Target="slides/slide130.xml" /><ns0:Relationship Id="rId138" Type="http://schemas.openxmlformats.org/officeDocument/2006/relationships/slide" Target="slides/slide131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.png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.png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.pn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.png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.pn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.png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.pn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.png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.png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3.png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4.png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5.png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7.png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8.png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9.png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0.png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1.png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2.png" /></ns0: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3.png" /></ns0:Relationships>
</file>

<file path=ppt/slides/_rels/slide2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4.png" /></ns0:Relationships>
</file>

<file path=ppt/slides/_rels/slide2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5.png" /></ns0:Relationships>
</file>

<file path=ppt/slides/_rels/slide2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6.png" /></ns0:Relationships>
</file>

<file path=ppt/slides/_rels/slide2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7.png" /></ns0:Relationships>
</file>

<file path=ppt/slides/_rels/slide2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8.png" /></ns0:Relationships>
</file>

<file path=ppt/slides/_rels/slide2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29.png" /></ns0:Relationships>
</file>

<file path=ppt/slides/_rels/slide3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0.png" /></ns0:Relationships>
</file>

<file path=ppt/slides/_rels/slide3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1.png" /></ns0:Relationships>
</file>

<file path=ppt/slides/_rels/slide3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2.png" /></ns0: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3.png" /></ns0: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4.png" /></ns0:Relationships>
</file>

<file path=ppt/slides/_rels/slide3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5.png" /></ns0:Relationships>
</file>

<file path=ppt/slides/_rels/slide3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6.png" /></ns0:Relationships>
</file>

<file path=ppt/slides/_rels/slide3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7.png" /></ns0:Relationships>
</file>

<file path=ppt/slides/_rels/slide3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38.png" /></ns0:Relationships>
</file>

<file path=ppt/slides/_rels/slide3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0.png" /></ns0:Relationships>
</file>

<file path=ppt/slides/_rels/slide4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1.png" /></ns0:Relationships>
</file>

<file path=ppt/slides/_rels/slide4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2.png" /></ns0:Relationships>
</file>

<file path=ppt/slides/_rels/slide4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3.png" /></ns0:Relationships>
</file>

<file path=ppt/slides/_rels/slide4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4.png" /></ns0:Relationships>
</file>

<file path=ppt/slides/_rels/slide4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5.png" /></ns0:Relationships>
</file>

<file path=ppt/slides/_rels/slide4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6.png" /></ns0:Relationships>
</file>

<file path=ppt/slides/_rels/slide4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7.png" /></ns0:Relationships>
</file>

<file path=ppt/slides/_rels/slide4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8.png" /></ns0:Relationships>
</file>

<file path=ppt/slides/_rels/slide4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49.png" /></ns0:Relationships>
</file>

<file path=ppt/slides/_rels/slide5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0.png" /></ns0:Relationships>
</file>

<file path=ppt/slides/_rels/slide5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1.png" /></ns0:Relationships>
</file>

<file path=ppt/slides/_rels/slide5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2.png" /></ns0:Relationships>
</file>

<file path=ppt/slides/_rels/slide5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3.png" /></ns0:Relationships>
</file>

<file path=ppt/slides/_rels/slide5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4.png" /></ns0:Relationships>
</file>

<file path=ppt/slides/_rels/slide5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5.png" /></ns0:Relationships>
</file>

<file path=ppt/slides/_rels/slide5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6.png" /></ns0:Relationships>
</file>

<file path=ppt/slides/_rels/slide5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7.png" /></ns0:Relationships>
</file>

<file path=ppt/slides/_rels/slide5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8.png" /></ns0:Relationships>
</file>

<file path=ppt/slides/_rels/slide5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59.png" /></ns0:Relationships>
</file>

<file path=ppt/slides/_rels/slide6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0.png" /></ns0:Relationships>
</file>

<file path=ppt/slides/_rels/slide6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1.png" /></ns0:Relationships>
</file>

<file path=ppt/slides/_rels/slide6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2.png" /></ns0:Relationships>
</file>

<file path=ppt/slides/_rels/slide6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3.png" /></ns0:Relationships>
</file>

<file path=ppt/slides/_rels/slide6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6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5.png" /></ns0:Relationships>
</file>

<file path=ppt/slides/_rels/slide6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6.png" /></ns0:Relationships>
</file>

<file path=ppt/slides/_rels/slide6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7.png" /></ns0:Relationships>
</file>

<file path=ppt/slides/_rels/slide6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8.png" /></ns0:Relationships>
</file>

<file path=ppt/slides/_rels/slide6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69.png" /></ns0:Relationships>
</file>

<file path=ppt/slides/_rels/slide7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0.png" /></ns0:Relationships>
</file>

<file path=ppt/slides/_rels/slide7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1.png" /></ns0:Relationships>
</file>

<file path=ppt/slides/_rels/slide7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2.png" /></ns0:Relationships>
</file>

<file path=ppt/slides/_rels/slide7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3.png" /></ns0:Relationships>
</file>

<file path=ppt/slides/_rels/slide7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4.png" /></ns0:Relationships>
</file>

<file path=ppt/slides/_rels/slide7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5.png" /></ns0:Relationships>
</file>

<file path=ppt/slides/_rels/slide7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6.png" /></ns0:Relationships>
</file>

<file path=ppt/slides/_rels/slide7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7.png" /></ns0:Relationships>
</file>

<file path=ppt/slides/_rels/slide7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8.png" /></ns0:Relationships>
</file>

<file path=ppt/slides/_rels/slide7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79.png" /></ns0:Relationships>
</file>

<file path=ppt/slides/_rels/slide8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0.png" /></ns0:Relationships>
</file>

<file path=ppt/slides/_rels/slide8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1.png" /></ns0:Relationships>
</file>

<file path=ppt/slides/_rels/slide8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2.png" /></ns0:Relationships>
</file>

<file path=ppt/slides/_rels/slide8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3.png" /></ns0:Relationships>
</file>

<file path=ppt/slides/_rels/slide8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4.png" /></ns0:Relationships>
</file>

<file path=ppt/slides/_rels/slide8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5.png" /></ns0:Relationships>
</file>

<file path=ppt/slides/_rels/slide8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6.png" /></ns0:Relationships>
</file>

<file path=ppt/slides/_rels/slide8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7.png" /></ns0:Relationships>
</file>

<file path=ppt/slides/_rels/slide8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8.png" /></ns0:Relationships>
</file>

<file path=ppt/slides/_rels/slide8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89.png" /></ns0:Relationships>
</file>

<file path=ppt/slides/_rels/slide9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0.png" /></ns0:Relationships>
</file>

<file path=ppt/slides/_rels/slide9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1.png" /></ns0:Relationships>
</file>

<file path=ppt/slides/_rels/slide9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2.png" /></ns0:Relationships>
</file>

<file path=ppt/slides/_rels/slide9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3.png" /></ns0:Relationships>
</file>

<file path=ppt/slides/_rels/slide9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4.png" /></ns0:Relationships>
</file>

<file path=ppt/slides/_rels/slide9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5.png" /></ns0:Relationships>
</file>

<file path=ppt/slides/_rels/slide9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6.png" /></ns0:Relationships>
</file>

<file path=ppt/slides/_rels/slide9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7.png" /></ns0:Relationships>
</file>

<file path=ppt/slides/_rels/slide9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8.png" /></ns0:Relationships>
</file>

<file path=ppt/slides/_rels/slide9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99.png" /></ns0:Relationships>
</file>

<file path=ppt/slides/_rels/slide10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0.png" /></ns0:Relationships>
</file>

<file path=ppt/slides/_rels/slide10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1.png" /></ns0:Relationships>
</file>

<file path=ppt/slides/_rels/slide10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2.png" /></ns0:Relationships>
</file>

<file path=ppt/slides/_rels/slide10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3.png" /></ns0:Relationships>
</file>

<file path=ppt/slides/_rels/slide10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4.png" /></ns0:Relationships>
</file>

<file path=ppt/slides/_rels/slide10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5.png" /></ns0:Relationships>
</file>

<file path=ppt/slides/_rels/slide10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6.png" /></ns0:Relationships>
</file>

<file path=ppt/slides/_rels/slide10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0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8.png" /></ns0:Relationships>
</file>

<file path=ppt/slides/_rels/slide10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09.png" /></ns0:Relationships>
</file>

<file path=ppt/slides/_rels/slide1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0.png" /></ns0:Relationships>
</file>

<file path=ppt/slides/_rels/slide1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1.png" /></ns0:Relationships>
</file>

<file path=ppt/slides/_rels/slide1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2.png" /></ns0:Relationships>
</file>

<file path=ppt/slides/_rels/slide1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3.png" /></ns0:Relationships>
</file>

<file path=ppt/slides/_rels/slide1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4.png" /></ns0:Relationships>
</file>

<file path=ppt/slides/_rels/slide1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5.png" /></ns0:Relationships>
</file>

<file path=ppt/slides/_rels/slide1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6.png" /></ns0:Relationships>
</file>

<file path=ppt/slides/_rels/slide1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7.png" /></ns0:Relationships>
</file>

<file path=ppt/slides/_rels/slide1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8.png" /></ns0:Relationships>
</file>

<file path=ppt/slides/_rels/slide1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19.png" /></ns0:Relationships>
</file>

<file path=ppt/slides/_rels/slide1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0.png" /></ns0:Relationships>
</file>

<file path=ppt/slides/_rels/slide1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1.png" /></ns0:Relationships>
</file>

<file path=ppt/slides/_rels/slide1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2.png" /></ns0:Relationships>
</file>

<file path=ppt/slides/_rels/slide1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3.png" /></ns0:Relationships>
</file>

<file path=ppt/slides/_rels/slide12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4.png" /></ns0:Relationships>
</file>

<file path=ppt/slides/_rels/slide12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5.png" /></ns0:Relationships>
</file>

<file path=ppt/slides/_rels/slide12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6.png" /></ns0:Relationships>
</file>

<file path=ppt/slides/_rels/slide12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7.png" /></ns0:Relationships>
</file>

<file path=ppt/slides/_rels/slide12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8.png" /></ns0:Relationships>
</file>

<file path=ppt/slides/_rels/slide12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29.png" /></ns0:Relationships>
</file>

<file path=ppt/slides/_rels/slide13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30.png" /></ns0:Relationships>
</file>

<file path=ppt/slides/_rels/slide13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apture131.png" /></ns0: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584D"/>
                </a:solidFill>
              </a:defRPr>
            </a:pPr>
            <a:r>
              <a:t>NOVARTIS MÉXICO · MÁS QUE URTICARIA</a:t>
            </a:r>
          </a:p>
          <a:p>
            <a:pPr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Catálogo Visual de Pantallas y Flujos</a:t>
            </a:r>
          </a:p>
          <a:p>
            <a:pPr>
              <a:spcBef>
                <a:spcPts val="1600"/>
              </a:spcBef>
              <a:defRPr sz="1800">
                <a:solidFill>
                  <a:srgbClr val="C8D7DC"/>
                </a:solidFill>
              </a:defRPr>
            </a:pPr>
            <a:r>
              <a:t>Capturas del sitio y del cuestionario en formato laptop 1366 × 768, incluyendo contenido inferior y estados interactivos.</a:t>
            </a:r>
            <a:br/>
            <a:r>
              <a:t>Home, información, recursos, quiz y directorio médico.</a:t>
            </a:r>
          </a:p>
          <a:p>
            <a:pPr>
              <a:spcBef>
                <a:spcPts val="2800"/>
              </a:spcBef>
              <a:defRPr sz="1200">
                <a:solidFill>
                  <a:srgbClr val="A0B4B9"/>
                </a:solidFill>
              </a:defRPr>
            </a:pPr>
            <a:r>
              <a:t>Octubre 2026 | Responsables: Amauri Rodríguez Santos / Edward Alarcón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584D"/>
                </a:solidFill>
              </a:defRPr>
            </a:pPr>
            <a:r>
              <a:t>ESTRUCTURA DEL SITIO WEB</a:t>
            </a:r>
          </a:p>
          <a:p>
            <a:pPr>
              <a:defRPr sz="2400" b="1">
                <a:solidFill>
                  <a:srgbClr val="22383F"/>
                </a:solidFill>
              </a:defRPr>
            </a:pPr>
            <a:r>
              <a:t>Índice de secciones y capturas (124 vistas)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584D"/>
                </a:solidFill>
              </a:defRPr>
            </a:pPr>
            <a:r>
              <a:t>SECCIÓN 01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HOME Y VARIANTES CONTEXTUALES</a:t>
            </a:r>
          </a:p>
          <a:p>
            <a:pPr>
              <a:spcBef>
                <a:spcPts val="800"/>
              </a:spcBef>
              <a:defRPr sz="1200" b="1">
                <a:solidFill>
                  <a:srgbClr val="E0584D"/>
                </a:solidFill>
              </a:defRPr>
            </a:pPr>
            <a:r>
              <a:t>12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Inicio, contenido inferior y variantes según clima y hora.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53512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81A8"/>
                </a:solidFill>
              </a:defRPr>
            </a:pPr>
            <a:r>
              <a:t>SECCIÓN 02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LANDINGS INFORMATIVAS Y CLÍNICAS</a:t>
            </a:r>
          </a:p>
          <a:p>
            <a:pPr>
              <a:spcBef>
                <a:spcPts val="800"/>
              </a:spcBef>
              <a:defRPr sz="1200" b="1">
                <a:solidFill>
                  <a:srgbClr val="0081A8"/>
                </a:solidFill>
              </a:defRPr>
            </a:pPr>
            <a:r>
              <a:t>22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Síntomas, tratamientos, institución, preguntas frecuentes y 404.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504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A6A6D"/>
                </a:solidFill>
              </a:defRPr>
            </a:pPr>
            <a:r>
              <a:t>SECCIÓN 03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RECURSOS Y HERRAMIENTAS</a:t>
            </a:r>
          </a:p>
          <a:p>
            <a:pPr>
              <a:spcBef>
                <a:spcPts val="800"/>
              </a:spcBef>
              <a:defRPr sz="1200" b="1">
                <a:solidFill>
                  <a:srgbClr val="5A6A6D"/>
                </a:solidFill>
              </a:defRPr>
            </a:pPr>
            <a:r>
              <a:t>24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Diario, biblioteca visual y formulario de testimonios.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97496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584D"/>
                </a:solidFill>
              </a:defRPr>
            </a:pPr>
            <a:r>
              <a:t>SECCIÓN 04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QUIZ ORIENTATIVO Y URGENCIAS</a:t>
            </a:r>
          </a:p>
          <a:p>
            <a:pPr>
              <a:spcBef>
                <a:spcPts val="800"/>
              </a:spcBef>
              <a:defRPr sz="1200" b="1">
                <a:solidFill>
                  <a:srgbClr val="E0584D"/>
                </a:solidFill>
              </a:defRPr>
            </a:pPr>
            <a:r>
              <a:t>42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Preguntas, urgencia, resultados, resumen y directorio.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81A8"/>
                </a:solidFill>
              </a:defRPr>
            </a:pPr>
            <a:r>
              <a:t>SECCIÓN 05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DIRECTORIO MÉDICO Y BLOG EDITORIAL</a:t>
            </a:r>
          </a:p>
          <a:p>
            <a:pPr>
              <a:spcBef>
                <a:spcPts val="800"/>
              </a:spcBef>
              <a:defRPr sz="1200" b="1">
                <a:solidFill>
                  <a:srgbClr val="0081A8"/>
                </a:solidFill>
              </a:defRPr>
            </a:pPr>
            <a:r>
              <a:t>24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Directorio médico y los cuatro artículos del blog.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01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HOME Y VARIANTES CONTEXTUALES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Inicio, contenido inferior y variantes según clima y hora.</a:t>
            </a:r>
            <a:br/>
            <a:r>
              <a:t>Total de capturas en este bloque: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día: Captura 1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día: Captura 1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día: Captura 2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día: Captura 2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día: Captura 3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día: Captura 3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día: Captura 4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día: Captura 4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día: Captura 5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día: Captura 5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día: Captura 6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día: Captura 6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día: Captura 7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día: Captura 7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calor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cal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09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frío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frí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10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madrugada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madrug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11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escenario noche cálida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escenario noche cál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· VISTA 12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Inicio: Variante con video contextual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icio: Variante con video contextu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02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LANDINGS INFORMATIVAS Y CLÍNICAS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Síntomas, tratamientos, institución, preguntas frecuentes y 404.</a:t>
            </a:r>
            <a:br/>
            <a:r>
              <a:t>Total de capturas en este bloque: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13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 de la UCE (/sintomas/): Captura 1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íntomas de la UCE (/sintomas/): Captura 1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14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 de la UCE (/sintomas/): Captura 2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íntomas de la UCE (/sintomas/): Captura 2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15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 de la UCE (/sintomas/): Captura 3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íntomas de la UCE (/sintomas/): Captura 3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16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 de la UCE (/sintomas/): Captura 4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íntomas de la UCE (/sintomas/): Captura 4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17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 de la UCE (/sintomas/): Captura 5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íntomas de la UCE (/sintomas/): Captura 5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18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 de la UCE (/sintomas/): Captura 6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íntomas de la UCE (/sintomas/): Captura 6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19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 de la UCE (/sintomas/): Captura 7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íntomas de la UCE (/sintomas/): Captura 7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Tratamientos para la UCE (/tratamiento/): Captura 1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tamientos para la UCE (/tratamiento/): Captura 1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Tratamientos para la UCE (/tratamiento/): Captura 2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tamientos para la UCE (/tratamiento/): Captura 2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Tratamientos para la UCE (/tratamiento/): Captura 3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tamientos para la UCE (/tratamiento/): Captura 3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Tratamientos para la UCE (/tratamiento/): Captura 4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tamientos para la UCE (/tratamiento/): Captura 4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Tratamientos para la UCE (/tratamiento/): Captura 5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tamientos para la UCE (/tratamiento/): Captura 5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Tratamientos para la UCE (/tratamiento/): Captura 6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tamientos para la UCE (/tratamiento/): Captura 6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Tratamientos para la UCE (/tratamiento/): Captura 7 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tamientos para la UCE (/tratamiento/): Captura 7 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Sobre nosotros (/sobre-nosotros/): Captura 1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bre nosotros (/sobre-nosotros/): Captura 1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Sobre nosotros (/sobre-nosotros/): Captura 2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bre nosotros (/sobre-nosotros/): Captura 2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29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Sobre nosotros (/sobre-nosotros/): Captura 3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bre nosotros (/sobre-nosotros/): Captura 3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30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Sobre nosotros (/sobre-nosotros/): Captura 4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bre nosotros (/sobre-nosotros/): Captura 4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31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Sobre nosotros (/sobre-nosotros/): Captura 5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bre nosotros (/sobre-nosotros/): Captura 5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32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Página de Error 404 (Ruta no encontrada): Captura 1 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ágina de Error 404 (Ruta no encontrada): Captura 1 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33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Página de Error 404 (Ruta no encontrada): Captura 2 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ágina de Error 404 (Ruta no encontrada): Captura 2 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· VISTA 34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Síntomas: Pregunta frecuente desplegada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íntomas: Pregunta frecuente despleg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03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RECURSOS Y HERRAMIENTAS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Diario, biblioteca visual y formulario de testimonios.</a:t>
            </a:r>
            <a:br/>
            <a:r>
              <a:t>Total de capturas en este bloque: 24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35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Hub de Recursos y Herramientas (/recursos-herramientas/): Captura 1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b de Recursos y Herramientas (/recursos-herramientas/): Captura 1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36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Hub de Recursos y Herramientas (/recursos-herramientas/): Captura 2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b de Recursos y Herramientas (/recursos-herramientas/): Captura 2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37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Hub de Recursos y Herramientas (/recursos-herramientas/): Captura 3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b de Recursos y Herramientas (/recursos-herramientas/): Captura 3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38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Hub de Recursos y Herramientas (/recursos-herramientas/): Captura 4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b de Recursos y Herramientas (/recursos-herramientas/): Captura 4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39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Hub de Recursos y Herramientas (/recursos-herramientas/): Captura 5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b de Recursos y Herramientas (/recursos-herramientas/): Captura 5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 de Síntomas (/diario/): Captura 1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rio de Síntomas (/diario/): Captura 1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 de Síntomas (/diario/): Captura 2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rio de Síntomas (/diario/): Captura 2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 de Síntomas (/diario/): Captura 3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rio de Síntomas (/diario/): Captura 3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 de Síntomas (/diario/): Captura 4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rio de Síntomas (/diario/): Captura 4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 de Síntomas (/diario/): Captura 5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rio de Síntomas (/diario/): Captura 5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 de Síntomas (/diario/): Captura 6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rio de Síntomas (/diario/): Captura 6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Diario: Selector de fecha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rio: Selector de fech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Diario: Registro con datos de ejemplo y totales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rio: Registro con datos de ejemplo y tota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 y comunidad (/testimonios/): Captura 1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 y comunidad (/testimonios/): Captura 1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49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 y comunidad (/testimonios/): Captura 2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 y comunidad (/testimonios/): Captura 2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 y comunidad (/testimonios/): Captura 3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 y comunidad (/testimonios/): Captura 3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 y comunidad (/testimonios/): Captura 4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 y comunidad (/testimonios/): Captura 4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 y comunidad (/testimonios/): Captura 5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 y comunidad (/testimonios/): Captura 5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 y comunidad (/testimonios/): Captura 6 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 y comunidad (/testimonios/): Captura 6 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Testimonios: Formulario para compartir de forma anónima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: Formulario para compartir de forma anóni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Testimonios: Formulario con nombre opcional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: Formulario con nombre opcio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Testimonios: Consentimiento y envío de historia de ejemplo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: Consentimiento y envío de historia de ejempl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Testimonios: Confirmación del registro en el prototipo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timonios: Confirmación del registro en el prototip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· VISTA 58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Biblioteca visual: Imagen ampliada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iblioteca visual: Imagen ampli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04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QUIZ ORIENTATIVO Y URGENCIAS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Preguntas, urgencia, resultados, resumen y directorio.</a:t>
            </a:r>
            <a:br/>
            <a:r>
              <a:t>Total de capturas en este bloque: 42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59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Introducción al Test de Síntomas (/test/): Captura 1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troducción al Test de Síntomas (/test/): Captura 1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Introducción al Test de Síntomas (/test/): Captura 2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troducción al Test de Síntomas (/test/): Captura 2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Introducción al Test de Síntomas (/test/): Captura 3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troducción al Test de Síntomas (/test/): Captura 3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Q0: Nombre opcional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0: Nombre opcio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Q1: Síntomas presentados (selección múltiple)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: Síntomas presentados (selección múltipl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Q1b: Descarte de urgencia (solo si hay hinchazón)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b: Descarte de urgencia (solo si hay hinchazó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Urgencia: Interrupción del cuestionario y llamada al 911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rgencia: Interrupción del cuestionario y llamada al 9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Q2: Tiempo con síntomas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2: Tiempo con síntom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Q3: Cantidad de ronchas (si Q1 incluye ronchas)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3: Cantidad de ronchas (si Q1 incluye roncha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Q4: Intensidad de comezón (si Q1 incluye comezón)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4: Intensidad de comezón (si Q1 incluye comezó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69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Q5: Severidad de hinchazón (si Q1 incluye hinchazón)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5: Severidad de hinchazón (si Q1 incluye hinchazó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Q6: Áreas de vida afectadas (selección múltiple)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6: Áreas de vida afectadas (selección múltipl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Q7: Actividades diarias (si se seleccionó en Q6)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7: Actividades diarias (si se seleccionó en Q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Q8: Relaciones familiares y sociales (si se seleccionó en Q6)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8: Relaciones familiares y sociales (si se seleccionó en Q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Q8b: Vida sexual (si se seleccionó en Q6)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8b: Vida sexual (si se seleccionó en Q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Q9: Vestimenta (si se seleccionó en Q6)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9: Vestimenta (si se seleccionó en Q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Q10: Trabajo o estudios (si se seleccionó en Q6)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0: Trabajo o estudios (si se seleccionó en Q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Q11: Sueño (si se seleccionó en Q6)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1: Sueño (si se seleccionó en Q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Q12: Posibles desencadenantes (selección múltiple)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2: Posibles desencadenantes (selección múltipl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Q13: Momento de mayor intensidad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3: Momento de mayor intensid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79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Q14: Consulta médica previa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4: Consulta médica prev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Q15: Frecuencia de consulta (solo si Q14 = Sí)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5: Frecuencia de consulta (solo si Q14 = Sí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Q16: Especialistas consultados (solo si Q14 = Sí)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6: Especialistas consultados (solo si Q14 = Sí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Q17: Tratamiento previo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7: Tratamiento prev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Q18: Tipos de tratamiento (solo si Q17 = Sí)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8: Tipos de tratamiento (solo si Q17 = Sí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Q19: Efectividad del tratamiento (solo si Q17 = Sí)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19: Efectividad del tratamiento (solo si Q17 = Sí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tratamiento poco efectivo: Captura 1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tratamiento poco efectivo: Captura 1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tratamiento poco efectivo: Captura 2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tratamiento poco efectivo: Captura 2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tratamiento poco efectivo: Captura 3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tratamiento poco efectivo: Captura 3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tratamiento poco efectivo: Captura 4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tratamiento poco efectivo: Captura 4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89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Confirmación de copia del resumen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Confirmación de copia del resum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Confirmación de descarga del resumen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Confirmación de descarga del resum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Quiz: directorio y botón Volver: Captura 1 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uiz: directorio y botón Volver: Captura 1 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Quiz: directorio y botón Volver: Captura 2 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uiz: directorio y botón Volver: Captura 2 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Ruta sin síntomas (Q1 = Ninguno): Captura 1 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Ruta sin síntomas (Q1 = Ninguno): Captura 1 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Ruta sin síntomas (Q1 = Ninguno): Captura 2 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Ruta sin síntomas (Q1 = Ninguno): Captura 2 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sin consulta ni tratamiento previo: Captura 1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sin consulta ni tratamiento previo: Captura 1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sin consulta ni tratamiento previo: Captura 2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sin consulta ni tratamiento previo: Captura 2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sin consulta ni tratamiento previo: Captura 3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sin consulta ni tratamiento previo: Captura 3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tratamiento muy efectivo: Captura 1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tratamiento muy efectivo: Captura 1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99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tratamiento muy efectivo: Captura 2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tratamiento muy efectivo: Captura 2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· VISTA 100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Resultado: tratamiento muy efectivo: Captura 3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ado: tratamiento muy efectivo: Captura 3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05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DIRECTORIO MÉDICO Y BLOG EDITORIAL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Directorio médico y los cuatro artículos del blog.</a:t>
            </a:r>
            <a:br/>
            <a:r>
              <a:t>Total de capturas en este bloque: 24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Directorio médico (/directorio-medico/): Captura 1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rectorio médico (/directorio-medico/): Captura 1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Directorio médico (/directorio-medico/): Captura 2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rectorio médico (/directorio-medico/): Captura 2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Directorio médico (/directorio-medico/): Captura 3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rectorio médico (/directorio-medico/): Captura 3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Directorio médico (/directorio-medico/): Captura 4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rectorio médico (/directorio-medico/): Captura 4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Directorio médico (/directorio-medico/): Captura 5 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rectorio médico (/directorio-medico/): Captura 5 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Directorio: Resultados filtrados por dermatología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rectorio: Resultados filtrados por dermatologí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 Editorial: Catálogo de Temas (/blog/): Captura 1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 Editorial: Catálogo de Temas (/blog/): Captura 1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 Editorial: Catálogo de Temas (/blog/): Captura 2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 Editorial: Catálogo de Temas (/blog/): Captura 2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109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 Editorial: Catálogo de Temas (/blog/): Captura 3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 Editorial: Catálogo de Temas (/blog/): Captura 3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¿Qué significa UCE?: Captura 1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¿Qué significa UCE?: Captura 1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¿Qué significa UCE?: Captura 2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¿Qué significa UCE?: Captura 2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¿Qué significa UCE?: Captura 3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¿Qué significa UCE?: Captura 3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¿Qué significa UCE?: Captura 4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¿Qué significa UCE?: Captura 4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Guía para preparar tu consulta: Captura 1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Guía para preparar tu consulta: Captura 1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115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Guía para preparar tu consulta: Captura 2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Guía para preparar tu consulta: Captura 2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116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Guía para preparar tu consulta: Captura 3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Guía para preparar tu consulta: Captura 3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117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Guía para preparar tu consulta: Captura 4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Guía para preparar tu consulta: Captura 4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118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Mitos sobre dietas restrictivas: Captura 1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Mitos sobre dietas restrictivas: Captura 1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119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Mitos sobre dietas restrictivas: Captura 2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Mitos sobre dietas restrictivas: Captura 2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120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Blog: Mitos sobre dietas restrictivas: Captura 3 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og: Mitos sobre dietas restrictivas: Captura 3 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121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Artículo Blog: ¿La urticaria empeora con el estrés?: Captura 1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ículo Blog: ¿La urticaria empeora con el estrés?: Captura 1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122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Artículo Blog: ¿La urticaria empeora con el estrés?: Captura 2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ículo Blog: ¿La urticaria empeora con el estrés?: Captura 2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123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Artículo Blog: ¿La urticaria empeora con el estrés?: Captura 3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ículo Blog: ¿La urticaria empeora con el estrés?: Captura 3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· VISTA 124 DE 124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Artículo Blog: ¿La urticaria empeora con el estrés?: Captura 4 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ículo Blog: ¿La urticaria empeora con el estrés?: Captura 4 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131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